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5" r:id="rId4"/>
    <p:sldId id="258" r:id="rId5"/>
    <p:sldId id="260" r:id="rId6"/>
    <p:sldId id="271" r:id="rId7"/>
    <p:sldId id="261" r:id="rId8"/>
    <p:sldId id="273" r:id="rId9"/>
    <p:sldId id="262" r:id="rId10"/>
    <p:sldId id="263" r:id="rId11"/>
    <p:sldId id="264" r:id="rId12"/>
    <p:sldId id="272" r:id="rId13"/>
    <p:sldId id="265" r:id="rId14"/>
    <p:sldId id="276" r:id="rId15"/>
    <p:sldId id="266" r:id="rId16"/>
    <p:sldId id="267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74" autoAdjust="0"/>
  </p:normalViewPr>
  <p:slideViewPr>
    <p:cSldViewPr snapToGrid="0" snapToObjects="1">
      <p:cViewPr>
        <p:scale>
          <a:sx n="66" d="100"/>
          <a:sy n="66" d="100"/>
        </p:scale>
        <p:origin x="876" y="-6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56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Bonjour à tous.</a:t>
            </a:r>
          </a:p>
          <a:p>
            <a:r>
              <a:rPr lang="fr-FR" dirty="0"/>
              <a:t>Je vais vous présenter mon projet de site web pour une activité de broderie et de personnalisation textile.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30 s</a:t>
            </a:r>
            <a:r>
              <a:rPr dirty="0"/>
              <a:t>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Projet de site web pour une activité de broderie et de personnalisation textile.</a:t>
            </a:r>
          </a:p>
          <a:p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Je vais d'abord présenter le contexte et mes choix techniques, puis la conception de la base de données, le </a:t>
            </a:r>
            <a:r>
              <a:rPr lang="fr-FR" dirty="0" err="1"/>
              <a:t>front-end</a:t>
            </a:r>
            <a:r>
              <a:rPr lang="fr-FR" dirty="0"/>
              <a:t> et le </a:t>
            </a:r>
            <a:r>
              <a:rPr lang="fr-FR" dirty="0" err="1"/>
              <a:t>back-end</a:t>
            </a:r>
            <a:r>
              <a:rPr lang="fr-FR" dirty="0"/>
              <a:t>, avant de terminer par une démonstration et les évolutions prévues.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064-1956-3932-053E-F99EBA7E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852EB-2D52-3927-A2DF-A43C67262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3D76E-E428-F4CD-3EEE-AA583CCAC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part d'un besoin assez simple : avoir une présence web professionnelle pour une activité de broderie et de personnalisation textile.</a:t>
            </a:r>
          </a:p>
          <a:p>
            <a:r>
              <a:rPr lang="fr-FR" dirty="0"/>
              <a:t>Le site doit d'abord avoir un rôle de présentation, avec une page d'accueil, les services proposés, les produits et différentes informations sur l'activité.</a:t>
            </a:r>
          </a:p>
          <a:p>
            <a:r>
              <a:rPr lang="fr-FR" dirty="0"/>
              <a:t>Mais je voulais également avoir une partie dynamique. Les produits et les catégories sont donc stockés en base de données et peuvent être gérés depuis une interface d'administration.</a:t>
            </a:r>
          </a:p>
          <a:p>
            <a:r>
              <a:rPr lang="fr-FR" dirty="0"/>
              <a:t>J'ai également prévu la gestion des demandes de devis et des avis utilisateurs.</a:t>
            </a:r>
          </a:p>
          <a:p>
            <a:r>
              <a:rPr lang="fr-FR" dirty="0"/>
              <a:t>L'objectif n'était donc pas uniquement de créer un site vitrine statique, mais une véritable application web avec un front-office et un back-office.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8707-2D50-6E24-29A8-CC65DA7A3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0224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Justifier les technologies.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développement PHP et Symfony.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Symfony, </a:t>
            </a:r>
            <a:r>
              <a:rPr lang="fr-FR" dirty="0" err="1"/>
              <a:t>framework</a:t>
            </a:r>
            <a:r>
              <a:rPr lang="fr-FR" dirty="0"/>
              <a:t> qui permet de structurer clairement une application web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avec </a:t>
            </a:r>
            <a:r>
              <a:rPr lang="fr-FR" dirty="0" err="1"/>
              <a:t>controllers</a:t>
            </a:r>
            <a:r>
              <a:rPr lang="fr-FR" dirty="0"/>
              <a:t>, les repositories, Doctrine, Twig, les formulaires et la sécurité.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version utilisée est Symfony 7.4.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BDD, j'utilise </a:t>
            </a:r>
            <a:r>
              <a:rPr lang="fr-FR" dirty="0" err="1"/>
              <a:t>MariaDB</a:t>
            </a:r>
            <a:r>
              <a:rPr lang="fr-FR" dirty="0"/>
              <a:t>, avec Doctrine ORM.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Doctrine, manipuler les données avec des objets PHP et des repositories, plutôt que d'écrire directement toutes les requêtes SQL.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Rendu, j'utilise Twig.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Créer des </a:t>
            </a:r>
            <a:r>
              <a:rPr lang="fr-FR" dirty="0" err="1"/>
              <a:t>templates</a:t>
            </a:r>
            <a:r>
              <a:rPr lang="fr-FR" dirty="0"/>
              <a:t> réutilisables et de générer dynamiquement le HTML à partir des données récupérées depuis la base.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Bootstrap 5.3.8 pour la structure, le responsive et certains composants, et Font Awesome pour les icônes.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Webpack</a:t>
            </a:r>
            <a:r>
              <a:rPr lang="fr-FR" dirty="0"/>
              <a:t> Encore est utilisé pour gérer les fichiers JavaScript et CSS et générer les assets utilisés par l'application.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Enfin, j'utilise Docker pour avoir un environnement de développement composé de plusieurs services : PHP, Caddy, Node.js, </a:t>
            </a:r>
            <a:r>
              <a:rPr lang="fr-FR" dirty="0" err="1"/>
              <a:t>MariaDB</a:t>
            </a:r>
            <a:r>
              <a:rPr lang="fr-FR" dirty="0"/>
              <a:t> et phpMyAdmin.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cinq entités principales sont User, Product, </a:t>
            </a:r>
            <a:r>
              <a:rPr lang="fr-FR" dirty="0" err="1"/>
              <a:t>Category</a:t>
            </a:r>
            <a:r>
              <a:rPr lang="fr-FR" dirty="0"/>
              <a:t>, </a:t>
            </a:r>
            <a:r>
              <a:rPr lang="fr-FR" dirty="0" err="1"/>
              <a:t>Review</a:t>
            </a:r>
            <a:r>
              <a:rPr lang="fr-FR" dirty="0"/>
              <a:t> et </a:t>
            </a:r>
            <a:r>
              <a:rPr lang="fr-FR" dirty="0" err="1"/>
              <a:t>QuoteRequest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utilisateur peut par exemple créer plusieurs avis et plusieurs demandes de devis.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produit peut appartenir à plusieurs catégories, et une catégorie peut contenir plusieurs produits. Il s'agit donc d'une relation </a:t>
            </a:r>
            <a:r>
              <a:rPr lang="fr-FR" dirty="0" err="1"/>
              <a:t>ManyToMany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avis sont également liés à un utilisateur et à un produit.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Cette modélisation est ensuite représentée dans Symfony par des entités Doctrine.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 exemple, l'entité Product contient les propriétés du produit et les relations avec </a:t>
            </a:r>
            <a:r>
              <a:rPr lang="fr-FR" dirty="0" err="1"/>
              <a:t>Category</a:t>
            </a:r>
            <a:r>
              <a:rPr lang="fr-FR" dirty="0"/>
              <a:t> et </a:t>
            </a:r>
            <a:r>
              <a:rPr lang="fr-FR" dirty="0" err="1"/>
              <a:t>Review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3096-7536-B5B1-3F83-7B151DB9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9ABB6-E8EB-34D9-0E51-A1B3568E9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CD610-85EC-817B-B81E-0BC3E7F9D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r>
              <a:rPr lang="fr-FR" dirty="0"/>
              <a:t>Doctrine utilise ensuite ces informations pour faire le lien entre les objets PHP et les tables de la base de données.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959D-F341-A086-E112-86DC7B0F5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9040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Comparer la maquette et le site.</a:t>
            </a:r>
            <a:endParaRPr lang="pt-BR" dirty="0"/>
          </a:p>
          <a:p>
            <a:r>
              <a:rPr lang="fr-FR" dirty="0"/>
              <a:t>La maquette m'a servi de référence pour construire l'interface.</a:t>
            </a:r>
          </a:p>
          <a:p>
            <a:r>
              <a:rPr lang="fr-FR" dirty="0"/>
              <a:t>J'ai d'abord repris la structure générale : la navigation, le </a:t>
            </a:r>
            <a:r>
              <a:rPr lang="fr-FR" dirty="0" err="1"/>
              <a:t>hero</a:t>
            </a:r>
            <a:r>
              <a:rPr lang="fr-FR" dirty="0"/>
              <a:t>, les services, les produits et les différentes sections.</a:t>
            </a:r>
          </a:p>
          <a:p>
            <a:r>
              <a:rPr lang="fr-FR" dirty="0"/>
              <a:t>Ensuite, j'ai intégré cette structure avec Twig et HTML.</a:t>
            </a:r>
          </a:p>
          <a:p>
            <a:r>
              <a:rPr lang="fr-FR" dirty="0"/>
              <a:t>Pour la mise en page responsive, j'ai utilisé principalement Bootstrap.</a:t>
            </a:r>
          </a:p>
          <a:p>
            <a:r>
              <a:rPr lang="fr-FR" dirty="0"/>
              <a:t>J'ai ensuite ajouté mon propre CSS pour adapter l'identité visuelle du site, notamment les couleurs, les cartes, le </a:t>
            </a:r>
            <a:r>
              <a:rPr lang="fr-FR" dirty="0" err="1"/>
              <a:t>hero</a:t>
            </a:r>
            <a:r>
              <a:rPr lang="fr-FR" dirty="0"/>
              <a:t> et les boutons.</a:t>
            </a:r>
          </a:p>
          <a:p>
            <a:r>
              <a:rPr lang="fr-FR" dirty="0"/>
              <a:t>Il y a cependant eu quelques adaptations entre la maquette et la réalisation finale, notamment pour obtenir un comportement correct sur les différentes tailles d'écran.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E4A0-1160-12CB-E4F2-9530410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3BA787-D6BD-7159-9C9C-BB6325B16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02FE-F111-C858-A01B-0E5DD6A04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lang="pt-BR" dirty="0" err="1"/>
              <a:t>Fixtures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85137-0C77-2D0C-C154-F7E27428D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7020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principalement Twig, HTML, Bootstrap, CSS et JavaScript.</a:t>
            </a:r>
          </a:p>
          <a:p>
            <a:r>
              <a:rPr lang="fr-FR" dirty="0"/>
              <a:t>Twig est utilisé pour générer les pages dynamiquement.</a:t>
            </a:r>
          </a:p>
          <a:p>
            <a:r>
              <a:rPr lang="fr-FR" dirty="0"/>
              <a:t>Par exemple, lorsqu'un </a:t>
            </a:r>
            <a:r>
              <a:rPr lang="fr-FR" dirty="0" err="1"/>
              <a:t>controller</a:t>
            </a:r>
            <a:r>
              <a:rPr lang="fr-FR" dirty="0"/>
              <a:t> récupère une liste de produits, Twig peut parcourir cette liste et générer automatiquement les cartes produits.</a:t>
            </a:r>
          </a:p>
          <a:p>
            <a:r>
              <a:rPr lang="fr-FR" dirty="0"/>
              <a:t>Pour le CSS, j'utilise Bootstrap pour le système de grille, le responsive, les boutons, les formulaires et certains composants.</a:t>
            </a:r>
          </a:p>
          <a:p>
            <a:r>
              <a:rPr lang="fr-FR" dirty="0"/>
              <a:t>J'ai ensuite ajouté des classes personnalisées pour respecter le design du projet, par exemple « service-</a:t>
            </a:r>
            <a:r>
              <a:rPr lang="fr-FR" dirty="0" err="1"/>
              <a:t>card</a:t>
            </a:r>
            <a:r>
              <a:rPr lang="fr-FR" dirty="0"/>
              <a:t> », « </a:t>
            </a:r>
            <a:r>
              <a:rPr lang="fr-FR" dirty="0" err="1"/>
              <a:t>hero</a:t>
            </a:r>
            <a:r>
              <a:rPr lang="fr-FR" dirty="0"/>
              <a:t>-section » ou « </a:t>
            </a:r>
            <a:r>
              <a:rPr lang="fr-FR" dirty="0" err="1"/>
              <a:t>btn</a:t>
            </a:r>
            <a:r>
              <a:rPr lang="fr-FR" dirty="0"/>
              <a:t>-gold ».</a:t>
            </a:r>
          </a:p>
          <a:p>
            <a:r>
              <a:rPr lang="fr-FR" dirty="0"/>
              <a:t>Le JavaScript reste relativement léger dans cette version du projet. Une partie des interactions nécessaires est déjà fournie par Bootstrap.</a:t>
            </a:r>
          </a:p>
          <a:p>
            <a:r>
              <a:rPr lang="fr-FR" dirty="0"/>
              <a:t>Les fichiers CSS et JavaScript sont ensuite compilés et gérés avec </a:t>
            </a:r>
            <a:r>
              <a:rPr lang="fr-FR" dirty="0" err="1"/>
              <a:t>Webpack</a:t>
            </a:r>
            <a:r>
              <a:rPr lang="fr-FR" dirty="0"/>
              <a:t> Encore.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MVC avec les </a:t>
            </a:r>
            <a:r>
              <a:rPr dirty="0" err="1"/>
              <a:t>vrais</a:t>
            </a:r>
            <a:r>
              <a:rPr dirty="0"/>
              <a:t> controllers.</a:t>
            </a:r>
            <a:endParaRPr lang="pt-BR" dirty="0"/>
          </a:p>
          <a:p>
            <a:r>
              <a:rPr lang="fr-FR" dirty="0"/>
              <a:t>Le </a:t>
            </a:r>
            <a:r>
              <a:rPr lang="fr-FR" dirty="0" err="1"/>
              <a:t>back-end</a:t>
            </a:r>
            <a:r>
              <a:rPr lang="fr-FR" dirty="0"/>
              <a:t> est basé sur le principe MVC.</a:t>
            </a:r>
          </a:p>
          <a:p>
            <a:r>
              <a:rPr lang="fr-FR" dirty="0"/>
              <a:t>La partie Model est représentée principalement par les entités Doctrine et les repositories.</a:t>
            </a:r>
          </a:p>
          <a:p>
            <a:r>
              <a:rPr lang="fr-FR" dirty="0"/>
              <a:t>Les </a:t>
            </a:r>
            <a:r>
              <a:rPr lang="fr-FR" dirty="0" err="1"/>
              <a:t>controllers</a:t>
            </a:r>
            <a:r>
              <a:rPr lang="fr-FR" dirty="0"/>
              <a:t> reçoivent les requêtes et coordonnent le traitement.</a:t>
            </a:r>
          </a:p>
          <a:p>
            <a:r>
              <a:rPr lang="fr-FR" dirty="0"/>
              <a:t>Enfin, la </a:t>
            </a:r>
            <a:r>
              <a:rPr lang="fr-FR" dirty="0" err="1"/>
              <a:t>View</a:t>
            </a:r>
            <a:r>
              <a:rPr lang="fr-FR" dirty="0"/>
              <a:t> correspond aux </a:t>
            </a:r>
            <a:r>
              <a:rPr lang="fr-FR" dirty="0" err="1"/>
              <a:t>templates</a:t>
            </a:r>
            <a:r>
              <a:rPr lang="fr-FR" dirty="0"/>
              <a:t> Twig.</a:t>
            </a:r>
          </a:p>
          <a:p>
            <a:r>
              <a:rPr lang="fr-FR" dirty="0"/>
              <a:t>Par exemple, lorsqu'un utilisateur consulte la liste des produits, la requête arrive sur </a:t>
            </a:r>
            <a:r>
              <a:rPr lang="fr-FR" dirty="0" err="1"/>
              <a:t>ProductController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utilise </a:t>
            </a:r>
            <a:r>
              <a:rPr lang="fr-FR" dirty="0" err="1"/>
              <a:t>ProductRepository</a:t>
            </a:r>
            <a:r>
              <a:rPr lang="fr-FR" dirty="0"/>
              <a:t> pour récupérer les produits actifs.</a:t>
            </a:r>
          </a:p>
          <a:p>
            <a:r>
              <a:rPr lang="fr-FR" dirty="0"/>
              <a:t>Il transmet ensuite les données au </a:t>
            </a:r>
            <a:r>
              <a:rPr lang="fr-FR" dirty="0" err="1"/>
              <a:t>template</a:t>
            </a:r>
            <a:r>
              <a:rPr lang="fr-FR" dirty="0"/>
              <a:t> Twig.</a:t>
            </a:r>
          </a:p>
          <a:p>
            <a:r>
              <a:rPr lang="fr-FR" dirty="0"/>
              <a:t>Twig génère le HTML qui est finalement envoyé au navigateur.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5BA-2664-B704-434A-81C247A4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AB29D-25D9-AB3A-3450-01B99CF03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1B860-6C54-5A5B-DD4A-308547323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4190-D623-97D1-4157-043DF7878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0285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Symfony me permet également de gérer les formulaires.</a:t>
            </a:r>
          </a:p>
          <a:p>
            <a:r>
              <a:rPr lang="fr-FR" dirty="0"/>
              <a:t>J'utilise des classes </a:t>
            </a:r>
            <a:r>
              <a:rPr lang="fr-FR" dirty="0" err="1"/>
              <a:t>FormType</a:t>
            </a:r>
            <a:r>
              <a:rPr lang="fr-FR" dirty="0"/>
              <a:t> pour la création d'utilisateurs, les demandes de devis, les avis et les formulaires d'administration.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1664-256E-100F-1E97-40212D3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FDC0A-4B0D-09F9-86D9-ECEA885D3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BE0F3-864D-5B80-DD18-11119F175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13D0E-062F-9342-9C9F-EA0DFE33B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9617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~5m :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Donner 2-3 </a:t>
            </a:r>
            <a:r>
              <a:rPr dirty="0" err="1"/>
              <a:t>difficultés</a:t>
            </a:r>
            <a:r>
              <a:rPr dirty="0"/>
              <a:t> et solutions.</a:t>
            </a:r>
            <a:endParaRPr lang="pt-BR" dirty="0"/>
          </a:p>
          <a:p>
            <a:r>
              <a:rPr lang="fr-FR" dirty="0"/>
              <a:t>Une des premières difficultés a été de bien comprendre la manière dont les différentes parties de Symfony communiquent entre elles.</a:t>
            </a:r>
          </a:p>
          <a:p>
            <a:endParaRPr lang="fr-FR" dirty="0"/>
          </a:p>
          <a:p>
            <a:r>
              <a:rPr lang="fr-FR" dirty="0"/>
              <a:t>Par exemple, il faut comprendre la différence entre une entité, un repository et un </a:t>
            </a:r>
            <a:r>
              <a:rPr lang="fr-FR" dirty="0" err="1"/>
              <a:t>controller</a:t>
            </a:r>
            <a:r>
              <a:rPr lang="fr-FR" dirty="0"/>
              <a:t>, et surtout savoir où placer chaque responsabilité.</a:t>
            </a:r>
          </a:p>
          <a:p>
            <a:endParaRPr lang="fr-FR" dirty="0"/>
          </a:p>
          <a:p>
            <a:r>
              <a:rPr lang="fr-FR" dirty="0"/>
              <a:t>J'ai également rencontré des difficultés avec les relations entre les entités Doctrine, notamment les relations entre produits et catégories.</a:t>
            </a:r>
          </a:p>
          <a:p>
            <a:endParaRPr lang="fr-FR" dirty="0"/>
          </a:p>
          <a:p>
            <a:r>
              <a:rPr lang="fr-FR" dirty="0"/>
              <a:t>Côté </a:t>
            </a:r>
            <a:r>
              <a:rPr lang="fr-FR" dirty="0" err="1"/>
              <a:t>front-end</a:t>
            </a:r>
            <a:r>
              <a:rPr lang="fr-FR" dirty="0"/>
              <a:t>, l'intégration de la maquette a demandé plusieurs adaptations pour obtenir un résultat responsif.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</a:t>
            </a:r>
            <a:r>
              <a:rPr dirty="0" err="1"/>
              <a:t>Présenter</a:t>
            </a:r>
            <a:r>
              <a:rPr dirty="0"/>
              <a:t> les </a:t>
            </a:r>
            <a:r>
              <a:rPr dirty="0" err="1"/>
              <a:t>évolutions</a:t>
            </a:r>
            <a:r>
              <a:rPr dirty="0"/>
              <a:t> </a:t>
            </a:r>
            <a:r>
              <a:rPr dirty="0" err="1"/>
              <a:t>prévues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est encore en cours de développement, donc plusieurs évolutions sont prévues.</a:t>
            </a:r>
          </a:p>
          <a:p>
            <a:r>
              <a:rPr lang="fr-FR" dirty="0"/>
              <a:t>À court terme, je souhaite principalement finaliser certaines fonctionnalités existantes et améliorer les tests et les validations.</a:t>
            </a:r>
          </a:p>
          <a:p>
            <a:r>
              <a:rPr lang="fr-FR" dirty="0"/>
              <a:t>Ensuite, je pourrais ajouter la gestion des images, une recherche plus avancée, des filtres et une pagination.</a:t>
            </a:r>
          </a:p>
          <a:p>
            <a:r>
              <a:rPr lang="fr-FR" dirty="0"/>
              <a:t>À plus long terme, une évolution intéressante serait de permettre à un utilisateur de personnaliser directement un produit avant de faire une demande de devis.</a:t>
            </a:r>
          </a:p>
          <a:p>
            <a:r>
              <a:rPr lang="fr-FR" dirty="0"/>
              <a:t>Enfin, l'objectif final serait de pouvoir mettre l'application en production.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~45s : Conclusion et questions.</a:t>
            </a:r>
            <a:endParaRPr lang="pt-BR" dirty="0"/>
          </a:p>
          <a:p>
            <a:r>
              <a:rPr lang="fr-FR" dirty="0"/>
              <a:t>Pour conclure, ce projet m'a permis de mettre en pratique plusieurs notions importantes du développement d'applications web.</a:t>
            </a:r>
          </a:p>
          <a:p>
            <a:r>
              <a:rPr lang="fr-FR" dirty="0"/>
              <a:t>J'ai travaillé sur la conception de la base de données, les relations entre les entités, les </a:t>
            </a:r>
            <a:r>
              <a:rPr lang="fr-FR" dirty="0" err="1"/>
              <a:t>controllers</a:t>
            </a:r>
            <a:r>
              <a:rPr lang="fr-FR" dirty="0"/>
              <a:t>, les repositories, Doctrine, les formulaires, la sécurité et le rendu avec Twig.</a:t>
            </a:r>
          </a:p>
          <a:p>
            <a:r>
              <a:rPr lang="fr-FR" dirty="0"/>
              <a:t>J'ai également travaillé sur l'intégration </a:t>
            </a:r>
            <a:r>
              <a:rPr lang="fr-FR" dirty="0" err="1"/>
              <a:t>front-end</a:t>
            </a:r>
            <a:r>
              <a:rPr lang="fr-FR" dirty="0"/>
              <a:t> avec Bootstrap, CSS et JavaScript.</a:t>
            </a:r>
          </a:p>
          <a:p>
            <a:r>
              <a:rPr lang="fr-FR" dirty="0"/>
              <a:t>Le projet n'est pas encore complètement terminé, mais les principales bases techniques sont en place et l'application possède déjà un fonctionnement complet sur plusieurs parties.</a:t>
            </a:r>
          </a:p>
          <a:p>
            <a:r>
              <a:rPr lang="fr-FR" dirty="0"/>
              <a:t>Ce projet m'a surtout permis de mieux comprendre comment les différentes couches d'une application Symfony communiquent entre elles.</a:t>
            </a:r>
          </a:p>
          <a:p>
            <a:endParaRPr lang="fr-FR" dirty="0"/>
          </a:p>
          <a:p>
            <a:r>
              <a:rPr lang="fr-FR" dirty="0"/>
              <a:t>Merci pour votre attention.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00619" y="451794"/>
            <a:ext cx="5590761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4800" b="1" noProof="0" dirty="0">
                <a:solidFill>
                  <a:srgbClr val="2C2522"/>
                </a:solidFill>
              </a:rPr>
              <a:t>Site web de broderie</a:t>
            </a:r>
          </a:p>
          <a:p>
            <a:pPr algn="ctr"/>
            <a:r>
              <a:rPr lang="fr-FR" sz="4000" noProof="0" dirty="0">
                <a:solidFill>
                  <a:schemeClr val="accent6">
                    <a:lumMod val="50000"/>
                  </a:schemeClr>
                </a:solidFill>
              </a:rPr>
              <a:t>et personnalisation textile</a:t>
            </a:r>
          </a:p>
          <a:p>
            <a:pPr algn="ctr"/>
            <a:r>
              <a:rPr lang="fr-FR" sz="2400" dirty="0"/>
              <a:t>Application web développée avec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497845"/>
            <a:ext cx="30475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noProof="0" dirty="0"/>
              <a:t>Aureo Ruffier</a:t>
            </a:r>
          </a:p>
          <a:p>
            <a:r>
              <a:rPr lang="fr-FR" sz="2000" noProof="0" dirty="0"/>
              <a:t>POEI – DWWM / Aout 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01434F-79A2-DB61-127D-E1C7527F1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40" y="2651760"/>
            <a:ext cx="3539517" cy="2319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7592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19680" y="934700"/>
            <a:ext cx="5212080" cy="537466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 et objectifs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Technologies et environnement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Schéma UML / BDD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Maquette → réalisation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Fixtures → Faker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  <a:endParaRPr kumimoji="0" lang="fr-FR" sz="22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Back-end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— MVC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 → Doctrine →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CRUD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 et sécurité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Démonstration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Difficultées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rencontrés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Évolutions prévues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A3-96AC-5444-2510-7A6F1F36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45151-A5B0-6B8F-71F3-DEEA0B5ACAAF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Contexte et objectifs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2800F5-2CEC-FE20-0280-6FFC5A1F13DF}"/>
              </a:ext>
            </a:extLst>
          </p:cNvPr>
          <p:cNvSpPr/>
          <p:nvPr/>
        </p:nvSpPr>
        <p:spPr>
          <a:xfrm>
            <a:off x="68580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Création d'un site web pour une activité de broderie et de personnalisation textile.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Mettre en avant l'atelier « L’aiguille des volcans », spécialisé dans les créations artisanales sur mesure.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l'activité, les services et les produits, tout en proposant des fonctionnalités dynamiques.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DA0986-1F04-62CA-9F73-0D55AD80E395}"/>
              </a:ext>
            </a:extLst>
          </p:cNvPr>
          <p:cNvSpPr/>
          <p:nvPr/>
        </p:nvSpPr>
        <p:spPr>
          <a:xfrm>
            <a:off x="621792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OBJECTIFS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l'entreprise et ses services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les produits et catégories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Faciliter la prise de contact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Permettre une demande de devis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Gérer les contenus via un espace d'administration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3882F0-988D-F151-EBCF-983C8D8E209D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7A643-BC93-0873-D7D0-DC706EB87DC4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0999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Technologies et environnement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04671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PHP ≥ 8.2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Langage serveur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59943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Symfony 7.4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Framework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Doctrine ORM 3.6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ORM / BDD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04671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MariaDB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10.11.11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Base de données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9943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Twig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Templates</a:t>
            </a:r>
            <a:r>
              <a:rPr lang="fr-FR" sz="1400" noProof="0" dirty="0"/>
              <a:t> 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39419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Bootstrap 5.3.8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UI /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04671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Font Awesome 7.3.1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Icônes</a:t>
            </a:r>
            <a:endParaRPr lang="fr-F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59943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Webpack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Encore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Gestion des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39419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Node.js 22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Build</a:t>
            </a:r>
            <a:r>
              <a:rPr lang="fr-FR" sz="1400" noProof="0" dirty="0"/>
              <a:t>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04671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Docker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Environnement</a:t>
            </a:r>
            <a:endParaRPr lang="fr-FR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443484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459943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Git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Versionnement</a:t>
            </a:r>
            <a:endParaRPr lang="fr-FR" sz="1400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822960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839419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Windows 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OS</a:t>
            </a:r>
            <a:endParaRPr lang="fr-FR" noProof="0" dirty="0"/>
          </a:p>
        </p:txBody>
      </p:sp>
      <p:sp>
        <p:nvSpPr>
          <p:cNvPr id="28" name="Rectangle 27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UML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5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E897103-6FAF-30F6-C5CC-3A21A4D83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6" y="973471"/>
            <a:ext cx="10309257" cy="54090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1D17-6C2F-079F-E407-DEDF6C43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FED58-6963-B66A-6D98-AB1760E3B868}"/>
              </a:ext>
            </a:extLst>
          </p:cNvPr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BDD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E397B-E1F9-45A2-3178-660CCF56B665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047F64-5530-77CC-5518-C86EB2473C7B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5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9C126F-3169-B7BF-3906-BBF6916B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774" y="991326"/>
            <a:ext cx="8455794" cy="54485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914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Maquette → réalisation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6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A65C1A3-0886-8B2F-D347-37F0E72C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07" y="1466088"/>
            <a:ext cx="5634941" cy="37846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D592A63-C278-B9B0-478E-1F967116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53" y="1683694"/>
            <a:ext cx="5809043" cy="33597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BFCF9-B985-1C26-B056-3207E20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14054A-4D0B-F304-2108-80FFB6D1E9D4}"/>
              </a:ext>
            </a:extLst>
          </p:cNvPr>
          <p:cNvSpPr txBox="1"/>
          <p:nvPr/>
        </p:nvSpPr>
        <p:spPr>
          <a:xfrm>
            <a:off x="640080" y="411480"/>
            <a:ext cx="26154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Fixtures → Faker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139115-B5CD-603C-2A41-29032CFE0F6F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CD6FE7-541F-B9B3-D349-D5B39644CADB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1A0E7C-16BC-CD88-44D2-F43E9238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2" y="1151553"/>
            <a:ext cx="5229955" cy="26006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23145A1-5959-2449-95E7-FE70F46DA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10" y="2785726"/>
            <a:ext cx="7549768" cy="341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9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06846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TWIG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dynamiques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Boucles, conditions et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layouts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réutilisables.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{% for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in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%}</a:t>
            </a:r>
            <a:endParaRPr kumimoji="0" lang="fr-FR" sz="1600" b="0" i="0" u="none" strike="noStrike" kern="1200" cap="none" spc="0" normalizeH="0" baseline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endParaRPr lang="fr-FR" sz="1600" noProof="0" dirty="0">
              <a:solidFill>
                <a:srgbClr val="2C2522"/>
              </a:solidFill>
              <a:latin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{% if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review.product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%}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{{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review.product.title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}} –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{%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endif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%}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0166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5.3.8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+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 personnalisé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de classes personnalisées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-section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hero-subtitle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.service-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card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feature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-bar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btn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-gold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8113486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 léger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pour les interactions courantes.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Webpack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Encore pour compiler et gérer les assets.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Back-end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 — MVC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28189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Entity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Doctrine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389120" y="928189"/>
            <a:ext cx="3383280" cy="250081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VIEW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Twig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HTML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Données transmises par le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Rendu côté navigateur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8046720" y="928189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Routes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Traitement des requêtes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Coordination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QuoteRequestController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8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F360745-8C06-27A5-CBAF-CE3419DC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054" y="3601398"/>
            <a:ext cx="6096851" cy="2800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Repository → Doctrine → 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709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ReviewController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ReviewRepository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017469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Résultat → Twig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9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64A98DF-79FD-5578-3BF9-75C0EBA95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6D126B-D13D-5BA4-2C1C-42A70EC9B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99F0-42D7-C485-56FD-F0C30191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90DE24-7C4B-9E34-6507-2E88C4A15B51}"/>
              </a:ext>
            </a:extLst>
          </p:cNvPr>
          <p:cNvSpPr txBox="1"/>
          <p:nvPr/>
        </p:nvSpPr>
        <p:spPr>
          <a:xfrm>
            <a:off x="640080" y="411480"/>
            <a:ext cx="11304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CRUD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1C96B4-5272-F4BC-245C-0F6515E94723}"/>
              </a:ext>
            </a:extLst>
          </p:cNvPr>
          <p:cNvSpPr/>
          <p:nvPr/>
        </p:nvSpPr>
        <p:spPr>
          <a:xfrm>
            <a:off x="8026399" y="1710779"/>
            <a:ext cx="1596572" cy="96128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MODIFIER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C48C7B-F090-25F6-62AB-EBE9E383B8AE}"/>
              </a:ext>
            </a:extLst>
          </p:cNvPr>
          <p:cNvSpPr/>
          <p:nvPr/>
        </p:nvSpPr>
        <p:spPr>
          <a:xfrm>
            <a:off x="1004296" y="4994375"/>
            <a:ext cx="1985647" cy="9248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b="1" dirty="0">
                <a:solidFill>
                  <a:srgbClr val="F79646">
                    <a:lumMod val="50000"/>
                  </a:srgbClr>
                </a:solidFill>
                <a:latin typeface="Calibri"/>
              </a:rPr>
              <a:t>SUPPRIMER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176BC0-D04D-3D2C-73E4-7194F53C288F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33FDB9-1167-6AAC-3803-0FBACC83A93F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8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657EDA-6B7C-5DFD-5EA8-581767BB0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03" y="1065330"/>
            <a:ext cx="7249486" cy="3474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2EA8DC-E160-83CF-B65D-079D7526A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143" y="4105438"/>
            <a:ext cx="8639785" cy="2238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5595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8443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79" y="981889"/>
            <a:ext cx="2741749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RegistrationFormType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AdminProductType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AdminCategoryType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...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10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5B70BDA-03A1-83F4-CC5E-C77A15C9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872" y="237764"/>
            <a:ext cx="7255791" cy="6144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6DE7-2C2A-7B14-4C38-48BDFAE09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45087-FD0C-1A13-C456-210C0B99BD0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4FB3A-F7C8-5D59-1E47-8DC62598B015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02634D-B8FD-6ABE-35A8-CA597AB48201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0EE2DF-B89B-1AFC-1D20-67E7AD14CDF9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10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91ED45-FFD8-171D-097D-61A3EBEF8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209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Démonstration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1. 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2. Produits /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3. Détail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59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4.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5. Avis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6. Connexion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7. Administration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11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71DC1511-7701-FA73-F28E-10BB6028FB6E}"/>
              </a:ext>
            </a:extLst>
          </p:cNvPr>
          <p:cNvSpPr/>
          <p:nvPr/>
        </p:nvSpPr>
        <p:spPr>
          <a:xfrm>
            <a:off x="9052559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8. Responsive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36926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Difficultés rencontrées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12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213D243F-129E-C8D4-B29B-6BF00D7E6861}"/>
              </a:ext>
            </a:extLst>
          </p:cNvPr>
          <p:cNvSpPr/>
          <p:nvPr/>
        </p:nvSpPr>
        <p:spPr>
          <a:xfrm>
            <a:off x="1349829" y="1578854"/>
            <a:ext cx="70104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Compréhension de l'architecture Symfony avec Docker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Relations entre les entités Doctrine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Communication Controller ↔ Repository ↔ Twig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Responsive et intégration de la maquette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sz="2000" dirty="0"/>
              <a:t>Répondre aux besoins spécifiques d'une autre personne.</a:t>
            </a:r>
            <a:endParaRPr lang="fr-FR" dirty="0"/>
          </a:p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Évolutions prévues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COURT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back-office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Améliorer les validations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Ajouter davantage de tests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responsive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MOYEN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Upload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d'images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Recherche et filtres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Pagination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Notifications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LONG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Demande de devis avancée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Personnalisation des produits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lang="fr-FR" sz="1600" dirty="0">
                <a:solidFill>
                  <a:srgbClr val="2C2522"/>
                </a:solidFill>
                <a:latin typeface="Calibri"/>
              </a:rPr>
              <a:t>Traduction du site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Mise en production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600" b="1" noProof="0" dirty="0">
                <a:solidFill>
                  <a:srgbClr val="2C2522"/>
                </a:solidFill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Conception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Base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Symfony / </a:t>
            </a:r>
            <a:r>
              <a:rPr lang="fr-FR" sz="1400" b="1" noProof="0" dirty="0" err="1">
                <a:solidFill>
                  <a:srgbClr val="2C2522"/>
                </a:solidFill>
              </a:rPr>
              <a:t>Back-end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3524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Twig / </a:t>
            </a:r>
            <a:r>
              <a:rPr lang="fr-FR" sz="1400" b="1" noProof="0" dirty="0" err="1">
                <a:solidFill>
                  <a:srgbClr val="2C2522"/>
                </a:solidFill>
              </a:rPr>
              <a:t>Front-end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875520" y="2651760"/>
            <a:ext cx="1920240" cy="914400"/>
          </a:xfrm>
          <a:prstGeom prst="roundRect">
            <a:avLst/>
          </a:prstGeom>
          <a:solidFill>
            <a:srgbClr val="EFEAE0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Application fonctionnelle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133" y="4572000"/>
            <a:ext cx="4957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200" b="1" noProof="0" dirty="0">
                <a:solidFill>
                  <a:schemeClr val="accent6">
                    <a:lumMod val="50000"/>
                  </a:schemeClr>
                </a:solidFill>
              </a:rPr>
              <a:t>Merci pour votre attention !</a:t>
            </a:r>
            <a:endParaRPr lang="fr-FR" sz="2400" b="1" noProof="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</TotalTime>
  <Words>2110</Words>
  <Application>Microsoft Office PowerPoint</Application>
  <PresentationFormat>Grand écran</PresentationFormat>
  <Paragraphs>258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Aureo Ruffier</dc:creator>
  <cp:keywords/>
  <dc:description>generated using python-pptx</dc:description>
  <cp:lastModifiedBy>Aureo Ruffier</cp:lastModifiedBy>
  <cp:revision>14</cp:revision>
  <dcterms:created xsi:type="dcterms:W3CDTF">2013-01-27T09:14:16Z</dcterms:created>
  <dcterms:modified xsi:type="dcterms:W3CDTF">2026-08-11T18:14:47Z</dcterms:modified>
  <cp:category/>
</cp:coreProperties>
</file>